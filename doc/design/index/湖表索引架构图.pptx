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8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84680" y="4827270"/>
            <a:ext cx="8422005" cy="13341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18760" y="4827270"/>
            <a:ext cx="1554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&lt;&lt;system&gt;&gt;</a:t>
            </a:r>
            <a:endParaRPr lang="en-US" altLang="zh-CN" sz="1600"/>
          </a:p>
          <a:p>
            <a:pPr algn="ctr"/>
            <a:r>
              <a:rPr lang="en-US" altLang="zh-CN" sz="1600"/>
              <a:t>disk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2196465" y="5471795"/>
            <a:ext cx="1424940" cy="4540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idx meta data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76700" y="5471795"/>
            <a:ext cx="1466215" cy="4540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idx data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8" idx="3"/>
            <a:endCxn id="9" idx="1"/>
          </p:cNvCxnSpPr>
          <p:nvPr/>
        </p:nvCxnSpPr>
        <p:spPr>
          <a:xfrm>
            <a:off x="3621405" y="5699125"/>
            <a:ext cx="455295" cy="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636385" y="5471795"/>
            <a:ext cx="1424940" cy="4540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row data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16620" y="5471795"/>
            <a:ext cx="1466215" cy="4540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meta data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>
            <a:stCxn id="12" idx="1"/>
            <a:endCxn id="11" idx="3"/>
          </p:cNvCxnSpPr>
          <p:nvPr/>
        </p:nvCxnSpPr>
        <p:spPr>
          <a:xfrm flipH="1">
            <a:off x="8061325" y="5699125"/>
            <a:ext cx="455295" cy="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2099310" y="5349875"/>
            <a:ext cx="3575685" cy="668020"/>
          </a:xfrm>
          <a:prstGeom prst="roundRect">
            <a:avLst>
              <a:gd name="adj" fmla="val 9859"/>
            </a:avLst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6501130" y="5349875"/>
            <a:ext cx="3575685" cy="668020"/>
          </a:xfrm>
          <a:prstGeom prst="roundRect">
            <a:avLst>
              <a:gd name="adj" fmla="val 9859"/>
            </a:avLst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480310" y="6017895"/>
            <a:ext cx="838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.puffin</a:t>
            </a:r>
            <a:endParaRPr lang="en-US" altLang="zh-CN" sz="1400"/>
          </a:p>
        </p:txBody>
      </p:sp>
      <p:sp>
        <p:nvSpPr>
          <p:cNvPr id="17" name="文本框 16"/>
          <p:cNvSpPr txBox="1"/>
          <p:nvPr/>
        </p:nvSpPr>
        <p:spPr>
          <a:xfrm>
            <a:off x="4390390" y="5986780"/>
            <a:ext cx="838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.parquet</a:t>
            </a:r>
            <a:endParaRPr lang="en-US" altLang="zh-CN" sz="1400"/>
          </a:p>
        </p:txBody>
      </p:sp>
      <p:sp>
        <p:nvSpPr>
          <p:cNvPr id="18" name="文本框 17"/>
          <p:cNvSpPr txBox="1"/>
          <p:nvPr/>
        </p:nvSpPr>
        <p:spPr>
          <a:xfrm>
            <a:off x="8912860" y="6017895"/>
            <a:ext cx="838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.json</a:t>
            </a:r>
            <a:endParaRPr lang="en-US" altLang="zh-CN" sz="1400"/>
          </a:p>
        </p:txBody>
      </p:sp>
      <p:sp>
        <p:nvSpPr>
          <p:cNvPr id="19" name="文本框 18"/>
          <p:cNvSpPr txBox="1"/>
          <p:nvPr/>
        </p:nvSpPr>
        <p:spPr>
          <a:xfrm>
            <a:off x="6929755" y="6017895"/>
            <a:ext cx="838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.parquet</a:t>
            </a:r>
            <a:endParaRPr lang="en-US" altLang="zh-CN" sz="1400"/>
          </a:p>
        </p:txBody>
      </p:sp>
      <p:sp>
        <p:nvSpPr>
          <p:cNvPr id="20" name="矩形 19"/>
          <p:cNvSpPr/>
          <p:nvPr/>
        </p:nvSpPr>
        <p:spPr>
          <a:xfrm>
            <a:off x="7027545" y="3274060"/>
            <a:ext cx="3279140" cy="12217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7371080" y="3918585"/>
            <a:ext cx="2611755" cy="4540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api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02245" y="3274060"/>
            <a:ext cx="1749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&lt;&lt;component&gt;&gt;</a:t>
            </a:r>
            <a:endParaRPr lang="en-US" altLang="zh-CN" sz="1600"/>
          </a:p>
          <a:p>
            <a:pPr algn="ctr"/>
            <a:r>
              <a:rPr lang="en-US" altLang="zh-CN" sz="1600"/>
              <a:t>iceberg</a:t>
            </a:r>
            <a:endParaRPr lang="en-US" altLang="zh-CN" sz="1600"/>
          </a:p>
        </p:txBody>
      </p:sp>
      <p:sp>
        <p:nvSpPr>
          <p:cNvPr id="24" name="矩形 23"/>
          <p:cNvSpPr/>
          <p:nvPr/>
        </p:nvSpPr>
        <p:spPr>
          <a:xfrm>
            <a:off x="7027545" y="2632075"/>
            <a:ext cx="3279140" cy="4540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JNI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84045" y="2632710"/>
            <a:ext cx="4713605" cy="18630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366135" y="2632075"/>
            <a:ext cx="1749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&lt;&lt;component&gt;&gt;</a:t>
            </a:r>
            <a:endParaRPr lang="en-US" altLang="zh-CN" sz="1600"/>
          </a:p>
          <a:p>
            <a:pPr algn="ctr"/>
            <a:r>
              <a:rPr lang="en-US" altLang="zh-CN" sz="1600"/>
              <a:t>index</a:t>
            </a:r>
            <a:endParaRPr lang="en-US" altLang="zh-CN" sz="1600"/>
          </a:p>
        </p:txBody>
      </p:sp>
      <p:sp>
        <p:nvSpPr>
          <p:cNvPr id="27" name="矩形 26"/>
          <p:cNvSpPr/>
          <p:nvPr/>
        </p:nvSpPr>
        <p:spPr>
          <a:xfrm>
            <a:off x="4472305" y="3215640"/>
            <a:ext cx="1924685" cy="4540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idx meta data api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472305" y="3875405"/>
            <a:ext cx="1924685" cy="4540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manifest reader/writer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9" name="直接箭头连接符 28"/>
          <p:cNvCxnSpPr>
            <a:stCxn id="27" idx="2"/>
            <a:endCxn id="28" idx="0"/>
          </p:cNvCxnSpPr>
          <p:nvPr/>
        </p:nvCxnSpPr>
        <p:spPr>
          <a:xfrm>
            <a:off x="5434965" y="3669665"/>
            <a:ext cx="0" cy="20574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21" idx="2"/>
            <a:endCxn id="8" idx="0"/>
          </p:cNvCxnSpPr>
          <p:nvPr/>
        </p:nvCxnSpPr>
        <p:spPr>
          <a:xfrm rot="5400000">
            <a:off x="5243830" y="2037715"/>
            <a:ext cx="1099185" cy="5768340"/>
          </a:xfrm>
          <a:prstGeom prst="bentConnector3">
            <a:avLst>
              <a:gd name="adj1" fmla="val 27700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1" idx="2"/>
            <a:endCxn id="12" idx="0"/>
          </p:cNvCxnSpPr>
          <p:nvPr/>
        </p:nvCxnSpPr>
        <p:spPr>
          <a:xfrm rot="5400000" flipV="1">
            <a:off x="8414385" y="4635500"/>
            <a:ext cx="1099185" cy="572770"/>
          </a:xfrm>
          <a:prstGeom prst="bentConnector3">
            <a:avLst>
              <a:gd name="adj1" fmla="val 27642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28" idx="3"/>
            <a:endCxn id="24" idx="1"/>
          </p:cNvCxnSpPr>
          <p:nvPr/>
        </p:nvCxnSpPr>
        <p:spPr>
          <a:xfrm flipV="1">
            <a:off x="6396990" y="2859405"/>
            <a:ext cx="630555" cy="1243330"/>
          </a:xfrm>
          <a:prstGeom prst="bentConnector3">
            <a:avLst>
              <a:gd name="adj1" fmla="val 50050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2099310" y="3215640"/>
            <a:ext cx="1924685" cy="4540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build/search/load api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099310" y="3875405"/>
            <a:ext cx="1924685" cy="4540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IndexInternalExt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7" name="直接箭头连接符 36"/>
          <p:cNvCxnSpPr>
            <a:stCxn id="35" idx="2"/>
            <a:endCxn id="36" idx="0"/>
          </p:cNvCxnSpPr>
          <p:nvPr/>
        </p:nvCxnSpPr>
        <p:spPr>
          <a:xfrm>
            <a:off x="3061970" y="3669665"/>
            <a:ext cx="0" cy="20574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7887970" y="1125855"/>
            <a:ext cx="2418715" cy="11785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233410" y="1109980"/>
            <a:ext cx="1749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&lt;&lt;module&gt;&gt;</a:t>
            </a:r>
            <a:endParaRPr lang="en-US" altLang="zh-CN" sz="1600"/>
          </a:p>
          <a:p>
            <a:pPr algn="ctr"/>
            <a:r>
              <a:rPr lang="en-US" altLang="zh-CN" sz="1600"/>
              <a:t>catalog</a:t>
            </a:r>
            <a:endParaRPr lang="en-US" altLang="zh-CN" sz="1600"/>
          </a:p>
        </p:txBody>
      </p:sp>
      <p:sp>
        <p:nvSpPr>
          <p:cNvPr id="40" name="矩形 39"/>
          <p:cNvSpPr/>
          <p:nvPr/>
        </p:nvSpPr>
        <p:spPr>
          <a:xfrm>
            <a:off x="3893820" y="1140460"/>
            <a:ext cx="3607435" cy="11607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919345" y="1141095"/>
            <a:ext cx="1749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&lt;&lt;module&gt;&gt;</a:t>
            </a:r>
            <a:endParaRPr lang="en-US" altLang="zh-CN" sz="1600"/>
          </a:p>
          <a:p>
            <a:pPr algn="ctr"/>
            <a:r>
              <a:rPr lang="en-US" altLang="zh-CN" sz="1600"/>
              <a:t>fdw</a:t>
            </a:r>
            <a:endParaRPr lang="en-US" altLang="zh-CN" sz="1600"/>
          </a:p>
        </p:txBody>
      </p:sp>
      <p:sp>
        <p:nvSpPr>
          <p:cNvPr id="42" name="矩形 41"/>
          <p:cNvSpPr/>
          <p:nvPr/>
        </p:nvSpPr>
        <p:spPr>
          <a:xfrm>
            <a:off x="4831715" y="1723390"/>
            <a:ext cx="1924685" cy="4540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foreignscan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84045" y="1140460"/>
            <a:ext cx="1723390" cy="11607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031365" y="1154430"/>
            <a:ext cx="13804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&lt;&lt;module&gt;&gt;</a:t>
            </a:r>
            <a:endParaRPr lang="en-US" altLang="zh-CN" sz="1600"/>
          </a:p>
          <a:p>
            <a:pPr algn="ctr"/>
            <a:r>
              <a:rPr lang="en-US" altLang="zh-CN" sz="1600"/>
              <a:t>utility</a:t>
            </a:r>
            <a:endParaRPr lang="en-US" altLang="zh-CN" sz="1600"/>
          </a:p>
        </p:txBody>
      </p:sp>
      <p:cxnSp>
        <p:nvCxnSpPr>
          <p:cNvPr id="45" name="肘形连接符 44"/>
          <p:cNvCxnSpPr/>
          <p:nvPr/>
        </p:nvCxnSpPr>
        <p:spPr>
          <a:xfrm rot="5400000" flipV="1">
            <a:off x="2446655" y="2600325"/>
            <a:ext cx="914400" cy="3162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肘形连接符 45"/>
          <p:cNvCxnSpPr/>
          <p:nvPr/>
        </p:nvCxnSpPr>
        <p:spPr>
          <a:xfrm rot="5400000">
            <a:off x="3909060" y="1329690"/>
            <a:ext cx="1038225" cy="2732405"/>
          </a:xfrm>
          <a:prstGeom prst="bentConnector3">
            <a:avLst>
              <a:gd name="adj1" fmla="val 25321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7501255" y="1751965"/>
            <a:ext cx="376555" cy="127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44" idx="0"/>
            <a:endCxn id="39" idx="0"/>
          </p:cNvCxnSpPr>
          <p:nvPr/>
        </p:nvCxnSpPr>
        <p:spPr>
          <a:xfrm rot="16200000">
            <a:off x="5892800" y="-2061210"/>
            <a:ext cx="44450" cy="6386830"/>
          </a:xfrm>
          <a:prstGeom prst="bentConnector3">
            <a:avLst>
              <a:gd name="adj1" fmla="val 728571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/>
          <p:nvPr/>
        </p:nvCxnSpPr>
        <p:spPr>
          <a:xfrm rot="5400000">
            <a:off x="6810375" y="928370"/>
            <a:ext cx="911225" cy="3662680"/>
          </a:xfrm>
          <a:prstGeom prst="bentConnector3">
            <a:avLst>
              <a:gd name="adj1" fmla="val 19686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肘形连接符 50"/>
          <p:cNvCxnSpPr/>
          <p:nvPr/>
        </p:nvCxnSpPr>
        <p:spPr>
          <a:xfrm rot="5400000">
            <a:off x="8718550" y="2252980"/>
            <a:ext cx="327660" cy="430530"/>
          </a:xfrm>
          <a:prstGeom prst="bentConnector3">
            <a:avLst>
              <a:gd name="adj1" fmla="val 71705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stCxn id="36" idx="3"/>
            <a:endCxn id="28" idx="1"/>
          </p:cNvCxnSpPr>
          <p:nvPr/>
        </p:nvCxnSpPr>
        <p:spPr>
          <a:xfrm>
            <a:off x="4023995" y="4102735"/>
            <a:ext cx="448310" cy="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8677910" y="2480945"/>
            <a:ext cx="7550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snapshot</a:t>
            </a:r>
            <a:endParaRPr lang="en-US" altLang="zh-CN" sz="1000"/>
          </a:p>
        </p:txBody>
      </p:sp>
      <p:sp>
        <p:nvSpPr>
          <p:cNvPr id="5" name="文本框 4"/>
          <p:cNvSpPr txBox="1"/>
          <p:nvPr/>
        </p:nvSpPr>
        <p:spPr>
          <a:xfrm>
            <a:off x="6636385" y="2301240"/>
            <a:ext cx="7550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snapshot</a:t>
            </a:r>
            <a:endParaRPr lang="en-US" altLang="zh-CN" sz="1000"/>
          </a:p>
        </p:txBody>
      </p:sp>
      <p:cxnSp>
        <p:nvCxnSpPr>
          <p:cNvPr id="159" name="直接箭头连接符 158"/>
          <p:cNvCxnSpPr>
            <a:stCxn id="24" idx="2"/>
            <a:endCxn id="21" idx="0"/>
          </p:cNvCxnSpPr>
          <p:nvPr/>
        </p:nvCxnSpPr>
        <p:spPr>
          <a:xfrm>
            <a:off x="8667115" y="3086100"/>
            <a:ext cx="10160" cy="832485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WPS 演示</Application>
  <PresentationFormat>宽屏</PresentationFormat>
  <Paragraphs>52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WPS​​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</cp:lastModifiedBy>
  <cp:revision>10</cp:revision>
  <dcterms:created xsi:type="dcterms:W3CDTF">2023-07-11T07:43:00Z</dcterms:created>
  <dcterms:modified xsi:type="dcterms:W3CDTF">2026-06-11T02:29:05Z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53A2375485ED4226BD4EE6CF65470444_11</vt:lpwstr>
  </property>
</Properties>
</file>